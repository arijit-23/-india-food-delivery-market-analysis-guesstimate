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F04CC-15EF-4CD0-B963-DADA3809B07F}" v="69" dt="2026-03-26T17:39:38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jit Biswas" userId="1956a25771ce8e63" providerId="LiveId" clId="{D65A5F0B-6D38-4201-AA60-96385766E401}"/>
    <pc:docChg chg="undo custSel addSld delSld modSld">
      <pc:chgData name="Arijit Biswas" userId="1956a25771ce8e63" providerId="LiveId" clId="{D65A5F0B-6D38-4201-AA60-96385766E401}" dt="2026-03-26T17:40:32.215" v="126" actId="2696"/>
      <pc:docMkLst>
        <pc:docMk/>
      </pc:docMkLst>
      <pc:sldChg chg="modSp mod modTransition">
        <pc:chgData name="Arijit Biswas" userId="1956a25771ce8e63" providerId="LiveId" clId="{D65A5F0B-6D38-4201-AA60-96385766E401}" dt="2026-03-26T17:17:20.570" v="38"/>
        <pc:sldMkLst>
          <pc:docMk/>
          <pc:sldMk cId="0" sldId="256"/>
        </pc:sldMkLst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56"/>
            <ac:spMk id="3" creationId="{00000000-0000-0000-0000-000000000000}"/>
          </ac:spMkLst>
        </pc:spChg>
      </pc:sldChg>
      <pc:sldChg chg="modSp modTransition">
        <pc:chgData name="Arijit Biswas" userId="1956a25771ce8e63" providerId="LiveId" clId="{D65A5F0B-6D38-4201-AA60-96385766E401}" dt="2026-03-26T17:17:37.426" v="42"/>
        <pc:sldMkLst>
          <pc:docMk/>
          <pc:sldMk cId="0" sldId="257"/>
        </pc:sldMkLst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57"/>
            <ac:spMk id="2" creationId="{00000000-0000-0000-0000-000000000000}"/>
          </ac:spMkLst>
        </pc:spChg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57"/>
            <ac:spMk id="3" creationId="{00000000-0000-0000-0000-000000000000}"/>
          </ac:spMkLst>
        </pc:spChg>
      </pc:sldChg>
      <pc:sldChg chg="modSp modTransition">
        <pc:chgData name="Arijit Biswas" userId="1956a25771ce8e63" providerId="LiveId" clId="{D65A5F0B-6D38-4201-AA60-96385766E401}" dt="2026-03-26T17:17:41.888" v="43"/>
        <pc:sldMkLst>
          <pc:docMk/>
          <pc:sldMk cId="0" sldId="258"/>
        </pc:sldMkLst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58"/>
            <ac:spMk id="2" creationId="{00000000-0000-0000-0000-000000000000}"/>
          </ac:spMkLst>
        </pc:spChg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58"/>
            <ac:spMk id="3" creationId="{00000000-0000-0000-0000-000000000000}"/>
          </ac:spMkLst>
        </pc:spChg>
      </pc:sldChg>
      <pc:sldChg chg="modSp modTransition">
        <pc:chgData name="Arijit Biswas" userId="1956a25771ce8e63" providerId="LiveId" clId="{D65A5F0B-6D38-4201-AA60-96385766E401}" dt="2026-03-26T17:17:45.124" v="44"/>
        <pc:sldMkLst>
          <pc:docMk/>
          <pc:sldMk cId="0" sldId="259"/>
        </pc:sldMkLst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59"/>
            <ac:spMk id="2" creationId="{00000000-0000-0000-0000-000000000000}"/>
          </ac:spMkLst>
        </pc:spChg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59"/>
            <ac:spMk id="3" creationId="{00000000-0000-0000-0000-000000000000}"/>
          </ac:spMkLst>
        </pc:spChg>
      </pc:sldChg>
      <pc:sldChg chg="modSp modTransition">
        <pc:chgData name="Arijit Biswas" userId="1956a25771ce8e63" providerId="LiveId" clId="{D65A5F0B-6D38-4201-AA60-96385766E401}" dt="2026-03-26T17:17:48.280" v="45"/>
        <pc:sldMkLst>
          <pc:docMk/>
          <pc:sldMk cId="0" sldId="260"/>
        </pc:sldMkLst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60"/>
            <ac:spMk id="2" creationId="{00000000-0000-0000-0000-000000000000}"/>
          </ac:spMkLst>
        </pc:spChg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60"/>
            <ac:spMk id="3" creationId="{00000000-0000-0000-0000-000000000000}"/>
          </ac:spMkLst>
        </pc:spChg>
      </pc:sldChg>
      <pc:sldChg chg="modSp modTransition">
        <pc:chgData name="Arijit Biswas" userId="1956a25771ce8e63" providerId="LiveId" clId="{D65A5F0B-6D38-4201-AA60-96385766E401}" dt="2026-03-26T17:17:51.559" v="46"/>
        <pc:sldMkLst>
          <pc:docMk/>
          <pc:sldMk cId="0" sldId="261"/>
        </pc:sldMkLst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61"/>
            <ac:spMk id="2" creationId="{00000000-0000-0000-0000-000000000000}"/>
          </ac:spMkLst>
        </pc:spChg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61"/>
            <ac:spMk id="3" creationId="{00000000-0000-0000-0000-000000000000}"/>
          </ac:spMkLst>
        </pc:spChg>
      </pc:sldChg>
      <pc:sldChg chg="modSp modTransition">
        <pc:chgData name="Arijit Biswas" userId="1956a25771ce8e63" providerId="LiveId" clId="{D65A5F0B-6D38-4201-AA60-96385766E401}" dt="2026-03-26T17:17:54.842" v="47"/>
        <pc:sldMkLst>
          <pc:docMk/>
          <pc:sldMk cId="0" sldId="262"/>
        </pc:sldMkLst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62"/>
            <ac:spMk id="2" creationId="{00000000-0000-0000-0000-000000000000}"/>
          </ac:spMkLst>
        </pc:spChg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62"/>
            <ac:spMk id="3" creationId="{00000000-0000-0000-0000-000000000000}"/>
          </ac:spMkLst>
        </pc:spChg>
      </pc:sldChg>
      <pc:sldChg chg="modSp modTransition">
        <pc:chgData name="Arijit Biswas" userId="1956a25771ce8e63" providerId="LiveId" clId="{D65A5F0B-6D38-4201-AA60-96385766E401}" dt="2026-03-26T17:17:57.897" v="48"/>
        <pc:sldMkLst>
          <pc:docMk/>
          <pc:sldMk cId="0" sldId="263"/>
        </pc:sldMkLst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63"/>
            <ac:spMk id="2" creationId="{00000000-0000-0000-0000-000000000000}"/>
          </ac:spMkLst>
        </pc:spChg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63"/>
            <ac:spMk id="3" creationId="{00000000-0000-0000-0000-000000000000}"/>
          </ac:spMkLst>
        </pc:spChg>
      </pc:sldChg>
      <pc:sldChg chg="modSp modTransition">
        <pc:chgData name="Arijit Biswas" userId="1956a25771ce8e63" providerId="LiveId" clId="{D65A5F0B-6D38-4201-AA60-96385766E401}" dt="2026-03-26T17:18:01.020" v="49"/>
        <pc:sldMkLst>
          <pc:docMk/>
          <pc:sldMk cId="0" sldId="264"/>
        </pc:sldMkLst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64"/>
            <ac:spMk id="2" creationId="{00000000-0000-0000-0000-000000000000}"/>
          </ac:spMkLst>
        </pc:spChg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64"/>
            <ac:spMk id="3" creationId="{00000000-0000-0000-0000-000000000000}"/>
          </ac:spMkLst>
        </pc:spChg>
      </pc:sldChg>
      <pc:sldChg chg="modSp mod modTransition">
        <pc:chgData name="Arijit Biswas" userId="1956a25771ce8e63" providerId="LiveId" clId="{D65A5F0B-6D38-4201-AA60-96385766E401}" dt="2026-03-26T17:35:32.370" v="98" actId="1076"/>
        <pc:sldMkLst>
          <pc:docMk/>
          <pc:sldMk cId="0" sldId="265"/>
        </pc:sldMkLst>
        <pc:spChg chg="mod">
          <ac:chgData name="Arijit Biswas" userId="1956a25771ce8e63" providerId="LiveId" clId="{D65A5F0B-6D38-4201-AA60-96385766E401}" dt="2026-03-26T17:35:32.370" v="98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Arijit Biswas" userId="1956a25771ce8e63" providerId="LiveId" clId="{D65A5F0B-6D38-4201-AA60-96385766E401}" dt="2026-03-26T17:12:51.463" v="17"/>
          <ac:spMkLst>
            <pc:docMk/>
            <pc:sldMk cId="0" sldId="265"/>
            <ac:spMk id="3" creationId="{00000000-0000-0000-0000-000000000000}"/>
          </ac:spMkLst>
        </pc:spChg>
      </pc:sldChg>
      <pc:sldChg chg="new del">
        <pc:chgData name="Arijit Biswas" userId="1956a25771ce8e63" providerId="LiveId" clId="{D65A5F0B-6D38-4201-AA60-96385766E401}" dt="2026-03-26T17:33:18.715" v="88" actId="2696"/>
        <pc:sldMkLst>
          <pc:docMk/>
          <pc:sldMk cId="1744545449" sldId="266"/>
        </pc:sldMkLst>
      </pc:sldChg>
      <pc:sldChg chg="new del">
        <pc:chgData name="Arijit Biswas" userId="1956a25771ce8e63" providerId="LiveId" clId="{D65A5F0B-6D38-4201-AA60-96385766E401}" dt="2026-03-26T17:33:59.516" v="91" actId="2696"/>
        <pc:sldMkLst>
          <pc:docMk/>
          <pc:sldMk cId="2664970375" sldId="266"/>
        </pc:sldMkLst>
      </pc:sldChg>
      <pc:sldChg chg="new del">
        <pc:chgData name="Arijit Biswas" userId="1956a25771ce8e63" providerId="LiveId" clId="{D65A5F0B-6D38-4201-AA60-96385766E401}" dt="2026-03-26T17:37:35.605" v="109" actId="2696"/>
        <pc:sldMkLst>
          <pc:docMk/>
          <pc:sldMk cId="2870316330" sldId="266"/>
        </pc:sldMkLst>
      </pc:sldChg>
      <pc:sldChg chg="addSp delSp modSp new del mod">
        <pc:chgData name="Arijit Biswas" userId="1956a25771ce8e63" providerId="LiveId" clId="{D65A5F0B-6D38-4201-AA60-96385766E401}" dt="2026-03-26T17:32:57.702" v="86" actId="680"/>
        <pc:sldMkLst>
          <pc:docMk/>
          <pc:sldMk cId="3736840034" sldId="266"/>
        </pc:sldMkLst>
        <pc:spChg chg="mod">
          <ac:chgData name="Arijit Biswas" userId="1956a25771ce8e63" providerId="LiveId" clId="{D65A5F0B-6D38-4201-AA60-96385766E401}" dt="2026-03-26T17:32:54.504" v="80" actId="14100"/>
          <ac:spMkLst>
            <pc:docMk/>
            <pc:sldMk cId="3736840034" sldId="266"/>
            <ac:spMk id="2" creationId="{900836EC-100D-AC1F-BA57-23AA6C0AB59A}"/>
          </ac:spMkLst>
        </pc:spChg>
        <pc:spChg chg="add del">
          <ac:chgData name="Arijit Biswas" userId="1956a25771ce8e63" providerId="LiveId" clId="{D65A5F0B-6D38-4201-AA60-96385766E401}" dt="2026-03-26T17:32:14.920" v="73" actId="22"/>
          <ac:spMkLst>
            <pc:docMk/>
            <pc:sldMk cId="3736840034" sldId="266"/>
            <ac:spMk id="5" creationId="{9D820F6C-7E29-E712-4EAC-CFE6B3401E4E}"/>
          </ac:spMkLst>
        </pc:spChg>
        <pc:spChg chg="add del mod">
          <ac:chgData name="Arijit Biswas" userId="1956a25771ce8e63" providerId="LiveId" clId="{D65A5F0B-6D38-4201-AA60-96385766E401}" dt="2026-03-26T17:32:57.113" v="85" actId="22"/>
          <ac:spMkLst>
            <pc:docMk/>
            <pc:sldMk cId="3736840034" sldId="266"/>
            <ac:spMk id="7" creationId="{920B2730-386B-44DA-CF5A-5D61F2A42375}"/>
          </ac:spMkLst>
        </pc:spChg>
      </pc:sldChg>
      <pc:sldChg chg="modSp new del mod">
        <pc:chgData name="Arijit Biswas" userId="1956a25771ce8e63" providerId="LiveId" clId="{D65A5F0B-6D38-4201-AA60-96385766E401}" dt="2026-03-26T17:35:58.753" v="99" actId="2696"/>
        <pc:sldMkLst>
          <pc:docMk/>
          <pc:sldMk cId="1459039349" sldId="267"/>
        </pc:sldMkLst>
        <pc:spChg chg="mod">
          <ac:chgData name="Arijit Biswas" userId="1956a25771ce8e63" providerId="LiveId" clId="{D65A5F0B-6D38-4201-AA60-96385766E401}" dt="2026-03-26T17:35:02.124" v="97" actId="14100"/>
          <ac:spMkLst>
            <pc:docMk/>
            <pc:sldMk cId="1459039349" sldId="267"/>
            <ac:spMk id="2" creationId="{C9A60156-D0CD-7668-25F9-C7F83C8D0099}"/>
          </ac:spMkLst>
        </pc:spChg>
      </pc:sldChg>
      <pc:sldChg chg="modSp new mod modTransition">
        <pc:chgData name="Arijit Biswas" userId="1956a25771ce8e63" providerId="LiveId" clId="{D65A5F0B-6D38-4201-AA60-96385766E401}" dt="2026-03-26T17:39:38.994" v="124"/>
        <pc:sldMkLst>
          <pc:docMk/>
          <pc:sldMk cId="2009692999" sldId="267"/>
        </pc:sldMkLst>
        <pc:spChg chg="mod">
          <ac:chgData name="Arijit Biswas" userId="1956a25771ce8e63" providerId="LiveId" clId="{D65A5F0B-6D38-4201-AA60-96385766E401}" dt="2026-03-26T17:38:59.725" v="119" actId="1076"/>
          <ac:spMkLst>
            <pc:docMk/>
            <pc:sldMk cId="2009692999" sldId="267"/>
            <ac:spMk id="2" creationId="{934C3B94-5D4D-7E6A-4D46-E83E0DF167DA}"/>
          </ac:spMkLst>
        </pc:spChg>
        <pc:spChg chg="mod">
          <ac:chgData name="Arijit Biswas" userId="1956a25771ce8e63" providerId="LiveId" clId="{D65A5F0B-6D38-4201-AA60-96385766E401}" dt="2026-03-26T17:39:04.597" v="120" actId="1076"/>
          <ac:spMkLst>
            <pc:docMk/>
            <pc:sldMk cId="2009692999" sldId="267"/>
            <ac:spMk id="3" creationId="{3B6216F7-E595-F3C8-EBF6-037811BCAB4F}"/>
          </ac:spMkLst>
        </pc:spChg>
      </pc:sldChg>
      <pc:sldChg chg="add del">
        <pc:chgData name="Arijit Biswas" userId="1956a25771ce8e63" providerId="LiveId" clId="{D65A5F0B-6D38-4201-AA60-96385766E401}" dt="2026-03-26T17:40:32.215" v="126" actId="2696"/>
        <pc:sldMkLst>
          <pc:docMk/>
          <pc:sldMk cId="4096056199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83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1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98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24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3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0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7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833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8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51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32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891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12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266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 b="0" dirty="0">
                <a:latin typeface="Calibri"/>
              </a:rPr>
              <a:t>India Food Delivery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2000" b="0" dirty="0">
                <a:latin typeface="Calibri"/>
              </a:rPr>
              <a:t>Arijit Biswas</a:t>
            </a:r>
            <a:endParaRPr sz="2000" b="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India food delivery market ~₹70,000+ Cr annually</a:t>
            </a:r>
          </a:p>
          <a:p>
            <a:r>
              <a:rPr sz="2000" b="0">
                <a:latin typeface="Calibri"/>
              </a:rPr>
              <a:t>Highly concentrated duopoly market</a:t>
            </a:r>
          </a:p>
          <a:p>
            <a:r>
              <a:rPr sz="2000" b="0">
                <a:latin typeface="Calibri"/>
              </a:rPr>
              <a:t>Strong growth driven by Tier-2/3 expansion</a:t>
            </a:r>
          </a:p>
          <a:p>
            <a:r>
              <a:rPr sz="2000" b="0">
                <a:latin typeface="Calibri"/>
              </a:rPr>
              <a:t>Significant opportunity in frequency &amp; retention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Estimate market size of India’s food delivery industry</a:t>
            </a:r>
          </a:p>
          <a:p>
            <a:r>
              <a:rPr sz="2000" b="0">
                <a:latin typeface="Calibri"/>
              </a:rPr>
              <a:t>Identify key growth opportunities</a:t>
            </a:r>
          </a:p>
          <a:p>
            <a:r>
              <a:rPr sz="2000" b="0">
                <a:latin typeface="Calibri"/>
              </a:rPr>
              <a:t>Provide actionable recommendations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Market Size = Users × Orders × Avg Order Value</a:t>
            </a:r>
          </a:p>
          <a:p>
            <a:r>
              <a:rPr sz="2000" b="0">
                <a:latin typeface="Calibri"/>
              </a:rPr>
              <a:t>Used hypothesis-driven structured analysis</a:t>
            </a:r>
          </a:p>
          <a:p>
            <a:r>
              <a:rPr sz="2000" b="0">
                <a:latin typeface="Calibri"/>
              </a:rPr>
              <a:t>Combined public data with logical assumptions</a:t>
            </a: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Market size ~$7–8B annually</a:t>
            </a:r>
          </a:p>
          <a:p>
            <a:r>
              <a:rPr sz="2000" b="0">
                <a:latin typeface="Calibri"/>
              </a:rPr>
              <a:t>2.7B+ orders per year</a:t>
            </a:r>
          </a:p>
          <a:p>
            <a:r>
              <a:rPr sz="2000" b="0">
                <a:latin typeface="Calibri"/>
              </a:rPr>
              <a:t>Dominated by Zomato &amp; Swiggy</a:t>
            </a:r>
          </a:p>
          <a:p>
            <a:r>
              <a:rPr sz="2000" b="0">
                <a:latin typeface="Calibri"/>
              </a:rPr>
              <a:t>Growing at ~20% annually</a:t>
            </a: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Market Sizing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Users: ~40M</a:t>
            </a:r>
          </a:p>
          <a:p>
            <a:r>
              <a:rPr sz="2000" b="0">
                <a:latin typeface="Calibri"/>
              </a:rPr>
              <a:t>Orders per user: ~5/month</a:t>
            </a:r>
          </a:p>
          <a:p>
            <a:r>
              <a:rPr sz="2000" b="0">
                <a:latin typeface="Calibri"/>
              </a:rPr>
              <a:t>Avg order value: ₹300</a:t>
            </a: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Final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Monthly Market Size: ₹6,000 Cr</a:t>
            </a:r>
          </a:p>
          <a:p>
            <a:r>
              <a:rPr sz="2000" b="0">
                <a:latin typeface="Calibri"/>
              </a:rPr>
              <a:t>Annual Market Size: ₹72,000 Cr (~$9B)</a:t>
            </a:r>
          </a:p>
          <a:p>
            <a:r>
              <a:rPr sz="2000" b="0">
                <a:latin typeface="Calibri"/>
              </a:rPr>
              <a:t>Large and rapidly growing sector</a:t>
            </a: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0" dirty="0">
                <a:latin typeface="Calibri"/>
              </a:rPr>
              <a:t>Duopoly limits competition but drives scale</a:t>
            </a:r>
          </a:p>
          <a:p>
            <a:r>
              <a:rPr sz="2000" b="0" dirty="0">
                <a:latin typeface="Calibri"/>
              </a:rPr>
              <a:t>Tier-2/3 cities are key growth drivers</a:t>
            </a:r>
          </a:p>
          <a:p>
            <a:r>
              <a:rPr sz="2000" b="0" dirty="0">
                <a:latin typeface="Calibri"/>
              </a:rPr>
              <a:t>Young users dominate demand</a:t>
            </a:r>
          </a:p>
          <a:p>
            <a:r>
              <a:rPr sz="2000" b="0" dirty="0">
                <a:latin typeface="Calibri"/>
              </a:rPr>
              <a:t>UPI &amp; digital payments accelerate usage</a:t>
            </a: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0" dirty="0">
                <a:latin typeface="Calibri"/>
              </a:rPr>
              <a:t>Expand aggressively into Tier-2/3 markets</a:t>
            </a:r>
          </a:p>
          <a:p>
            <a:r>
              <a:rPr sz="2000" b="0" dirty="0">
                <a:latin typeface="Calibri"/>
              </a:rPr>
              <a:t>Introduce subscription-based delivery models</a:t>
            </a:r>
          </a:p>
          <a:p>
            <a:r>
              <a:rPr sz="2000" b="0" dirty="0">
                <a:latin typeface="Calibri"/>
              </a:rPr>
              <a:t>Leverage cloud kitchens for cost efficiency</a:t>
            </a:r>
          </a:p>
          <a:p>
            <a:r>
              <a:rPr sz="2000" b="0" dirty="0">
                <a:latin typeface="Calibri"/>
              </a:rPr>
              <a:t>Use AI for personalization and retention</a:t>
            </a:r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374060"/>
            <a:ext cx="7055380" cy="1400530"/>
          </a:xfrm>
        </p:spPr>
        <p:txBody>
          <a:bodyPr/>
          <a:lstStyle/>
          <a:p>
            <a:r>
              <a:rPr sz="2000" b="0"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India food delivery market is high-growth</a:t>
            </a:r>
          </a:p>
          <a:p>
            <a:r>
              <a:rPr sz="2000" b="0">
                <a:latin typeface="Calibri"/>
              </a:rPr>
              <a:t>Strong opportunity for expansion and innovation</a:t>
            </a:r>
          </a:p>
          <a:p>
            <a:r>
              <a:rPr sz="2000" b="0">
                <a:latin typeface="Calibri"/>
              </a:rPr>
              <a:t>Data-driven strategy will define winners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3B94-5D4D-7E6A-4D46-E83E0DF16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10" y="373626"/>
            <a:ext cx="6620968" cy="882445"/>
          </a:xfrm>
        </p:spPr>
        <p:txBody>
          <a:bodyPr/>
          <a:lstStyle/>
          <a:p>
            <a:r>
              <a:rPr lang="en-US" sz="2000" dirty="0"/>
              <a:t>Industry</a:t>
            </a:r>
            <a:endParaRPr lang="en-IN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216F7-E595-F3C8-EBF6-037811BCA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3926" y="2622755"/>
            <a:ext cx="6620968" cy="1612490"/>
          </a:xfrm>
        </p:spPr>
        <p:txBody>
          <a:bodyPr>
            <a:normAutofit/>
          </a:bodyPr>
          <a:lstStyle/>
          <a:p>
            <a:r>
              <a:rPr lang="en-US" sz="2000" dirty="0"/>
              <a:t>Industry reports and company filings </a:t>
            </a:r>
            <a:br>
              <a:rPr lang="en-US" sz="2000" dirty="0"/>
            </a:br>
            <a:r>
              <a:rPr lang="en-US" sz="2000" dirty="0"/>
              <a:t>Statista </a:t>
            </a:r>
            <a:br>
              <a:rPr lang="en-US" sz="2000" dirty="0"/>
            </a:br>
            <a:r>
              <a:rPr lang="en-US" sz="2000" dirty="0"/>
              <a:t>IBEF </a:t>
            </a:r>
            <a:br>
              <a:rPr lang="en-US" sz="2000" dirty="0"/>
            </a:br>
            <a:r>
              <a:rPr lang="en-US" sz="2000" dirty="0"/>
              <a:t>Public data from Zomato &amp; Swiggy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09692999"/>
      </p:ext>
    </p:extLst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</TotalTime>
  <Words>223</Words>
  <Application>Microsoft Office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Century Gothic</vt:lpstr>
      <vt:lpstr>Wingdings 3</vt:lpstr>
      <vt:lpstr>Ion</vt:lpstr>
      <vt:lpstr>India Food Delivery Market Analysis</vt:lpstr>
      <vt:lpstr>Executive Summary</vt:lpstr>
      <vt:lpstr>Problem Statement</vt:lpstr>
      <vt:lpstr>Approach</vt:lpstr>
      <vt:lpstr>Market Overview</vt:lpstr>
      <vt:lpstr>Market Sizing Logic</vt:lpstr>
      <vt:lpstr>Final Calculation</vt:lpstr>
      <vt:lpstr>Key Insights</vt:lpstr>
      <vt:lpstr>Strategic Recommendations</vt:lpstr>
      <vt:lpstr>Conclusion</vt:lpstr>
      <vt:lpstr>Industry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Arijit Biswas</cp:lastModifiedBy>
  <cp:revision>1</cp:revision>
  <dcterms:created xsi:type="dcterms:W3CDTF">2013-01-27T09:14:16Z</dcterms:created>
  <dcterms:modified xsi:type="dcterms:W3CDTF">2026-03-26T17:40:32Z</dcterms:modified>
  <cp:category/>
</cp:coreProperties>
</file>